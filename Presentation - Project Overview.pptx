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Georgia Pro Light" charset="1" panose="02040302050405020303"/>
      <p:regular r:id="rId13"/>
    </p:embeddedFont>
    <p:embeddedFont>
      <p:font typeface="DM Sans" charset="1" panose="00000000000000000000"/>
      <p:regular r:id="rId14"/>
    </p:embeddedFont>
    <p:embeddedFont>
      <p:font typeface="DM Sans Bold" charset="1" panose="000000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Relationship Id="rId4" Target="../media/image3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8991600" cy="10287000"/>
            <a:chOff x="0" y="0"/>
            <a:chExt cx="1035548" cy="118473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35548" cy="1184737"/>
            </a:xfrm>
            <a:custGeom>
              <a:avLst/>
              <a:gdLst/>
              <a:ahLst/>
              <a:cxnLst/>
              <a:rect r="r" b="b" t="t" l="l"/>
              <a:pathLst>
                <a:path h="1184737" w="1035548">
                  <a:moveTo>
                    <a:pt x="0" y="0"/>
                  </a:moveTo>
                  <a:lnTo>
                    <a:pt x="1035548" y="0"/>
                  </a:lnTo>
                  <a:lnTo>
                    <a:pt x="1035548" y="1184737"/>
                  </a:lnTo>
                  <a:lnTo>
                    <a:pt x="0" y="1184737"/>
                  </a:lnTo>
                  <a:close/>
                </a:path>
              </a:pathLst>
            </a:custGeom>
            <a:blipFill>
              <a:blip r:embed="rId2"/>
              <a:stretch>
                <a:fillRect l="0" t="-378" r="0" b="-378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744200" y="666750"/>
            <a:ext cx="6877050" cy="585084"/>
            <a:chOff x="0" y="0"/>
            <a:chExt cx="9169400" cy="780112"/>
          </a:xfrm>
        </p:grpSpPr>
        <p:sp>
          <p:nvSpPr>
            <p:cNvPr name="Freeform 5" id="5"/>
            <p:cNvSpPr/>
            <p:nvPr/>
          </p:nvSpPr>
          <p:spPr>
            <a:xfrm flipH="true" flipV="false" rot="-5400000">
              <a:off x="36553" y="74861"/>
              <a:ext cx="555143" cy="628248"/>
            </a:xfrm>
            <a:custGeom>
              <a:avLst/>
              <a:gdLst/>
              <a:ahLst/>
              <a:cxnLst/>
              <a:rect r="r" b="b" t="t" l="l"/>
              <a:pathLst>
                <a:path h="628248" w="555143">
                  <a:moveTo>
                    <a:pt x="555143" y="0"/>
                  </a:moveTo>
                  <a:lnTo>
                    <a:pt x="0" y="0"/>
                  </a:lnTo>
                  <a:lnTo>
                    <a:pt x="0" y="628248"/>
                  </a:lnTo>
                  <a:lnTo>
                    <a:pt x="555143" y="628248"/>
                  </a:lnTo>
                  <a:lnTo>
                    <a:pt x="555143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TextBox 6" id="6"/>
            <p:cNvSpPr txBox="true"/>
            <p:nvPr/>
          </p:nvSpPr>
          <p:spPr>
            <a:xfrm rot="0">
              <a:off x="795304" y="95250"/>
              <a:ext cx="8374096" cy="68486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555"/>
                </a:lnSpc>
              </a:pPr>
              <a:r>
                <a:rPr lang="en-US" sz="3864" spc="-77">
                  <a:solidFill>
                    <a:srgbClr val="34495E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Notes App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0734675" y="1562100"/>
            <a:ext cx="6886575" cy="5840805"/>
            <a:chOff x="0" y="0"/>
            <a:chExt cx="9182100" cy="7787740"/>
          </a:xfrm>
        </p:grpSpPr>
        <p:sp>
          <p:nvSpPr>
            <p:cNvPr name="TextBox 8" id="8"/>
            <p:cNvSpPr txBox="true"/>
            <p:nvPr/>
          </p:nvSpPr>
          <p:spPr>
            <a:xfrm rot="0">
              <a:off x="0" y="161925"/>
              <a:ext cx="9182100" cy="487743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9300"/>
                </a:lnSpc>
              </a:pPr>
              <a:r>
                <a:rPr lang="en-US" sz="9300">
                  <a:solidFill>
                    <a:srgbClr val="2C3E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N</a:t>
              </a:r>
              <a:r>
                <a:rPr lang="en-US" sz="9300">
                  <a:solidFill>
                    <a:srgbClr val="2C3E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otes App – Fullstack Application</a:t>
              </a:r>
            </a:p>
          </p:txBody>
        </p:sp>
        <p:sp>
          <p:nvSpPr>
            <p:cNvPr name="TextBox 9" id="9"/>
            <p:cNvSpPr txBox="true"/>
            <p:nvPr/>
          </p:nvSpPr>
          <p:spPr>
            <a:xfrm rot="0">
              <a:off x="0" y="5290285"/>
              <a:ext cx="9172670" cy="249745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5039"/>
                </a:lnSpc>
              </a:pPr>
              <a:r>
                <a:rPr lang="en-US" sz="3599">
                  <a:solidFill>
                    <a:srgbClr val="34495E"/>
                  </a:solidFill>
                  <a:latin typeface="DM Sans"/>
                  <a:ea typeface="DM Sans"/>
                  <a:cs typeface="DM Sans"/>
                  <a:sym typeface="DM Sans"/>
                </a:rPr>
                <a:t>Back</a:t>
              </a:r>
              <a:r>
                <a:rPr lang="en-US" sz="3599">
                  <a:solidFill>
                    <a:srgbClr val="34495E"/>
                  </a:solidFill>
                  <a:latin typeface="DM Sans"/>
                  <a:ea typeface="DM Sans"/>
                  <a:cs typeface="DM Sans"/>
                  <a:sym typeface="DM Sans"/>
                </a:rPr>
                <a:t>end Go + Frontend React + PostgreSQL + Docker Deployment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0744200" y="8740903"/>
            <a:ext cx="5743575" cy="888872"/>
            <a:chOff x="0" y="0"/>
            <a:chExt cx="7658100" cy="1185162"/>
          </a:xfrm>
        </p:grpSpPr>
        <p:sp>
          <p:nvSpPr>
            <p:cNvPr name="TextBox 11" id="11"/>
            <p:cNvSpPr txBox="true"/>
            <p:nvPr/>
          </p:nvSpPr>
          <p:spPr>
            <a:xfrm rot="0">
              <a:off x="0" y="691344"/>
              <a:ext cx="7658100" cy="4938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80"/>
                </a:lnSpc>
                <a:spcBef>
                  <a:spcPct val="0"/>
                </a:spcBef>
              </a:pPr>
              <a:r>
                <a:rPr lang="en-US" sz="2200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Ahmad Hasan Mubarok</a:t>
              </a:r>
            </a:p>
          </p:txBody>
        </p:sp>
        <p:sp>
          <p:nvSpPr>
            <p:cNvPr name="TextBox 12" id="12"/>
            <p:cNvSpPr txBox="true"/>
            <p:nvPr/>
          </p:nvSpPr>
          <p:spPr>
            <a:xfrm rot="0">
              <a:off x="0" y="-47625"/>
              <a:ext cx="7658100" cy="56917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40"/>
                </a:lnSpc>
                <a:spcBef>
                  <a:spcPct val="0"/>
                </a:spcBef>
              </a:pPr>
              <a:r>
                <a:rPr lang="en-US" b="true" sz="2600">
                  <a:solidFill>
                    <a:srgbClr val="34495E"/>
                  </a:solidFill>
                  <a:latin typeface="DM Sans Bold"/>
                  <a:ea typeface="DM Sans Bold"/>
                  <a:cs typeface="DM Sans Bold"/>
                  <a:sym typeface="DM Sans Bold"/>
                </a:rPr>
                <a:t>PRESENTED BY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4114747"/>
            <a:chOff x="0" y="0"/>
            <a:chExt cx="11099800" cy="5486329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2C3E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Arsitektur Sistem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38278"/>
              <a:ext cx="11099800" cy="3448051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4199"/>
                </a:lnSpc>
              </a:pPr>
              <a:r>
                <a:rPr lang="en-US" sz="29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•F</a:t>
              </a:r>
              <a:r>
                <a:rPr lang="en-US" sz="29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rontend: React + Vite</a:t>
              </a:r>
            </a:p>
            <a:p>
              <a:pPr algn="l" marL="0" indent="0" lvl="0">
                <a:lnSpc>
                  <a:spcPts val="4199"/>
                </a:lnSpc>
              </a:pPr>
              <a:r>
                <a:rPr lang="en-US" sz="29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•Backend: Go Fiber + PostgreSQL</a:t>
              </a:r>
            </a:p>
            <a:p>
              <a:pPr algn="l" marL="0" indent="0" lvl="0">
                <a:lnSpc>
                  <a:spcPts val="4199"/>
                </a:lnSpc>
              </a:pPr>
              <a:r>
                <a:rPr lang="en-US" sz="29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•Autentikasi: JWT</a:t>
              </a:r>
            </a:p>
            <a:p>
              <a:pPr algn="l" marL="0" indent="0" lvl="0">
                <a:lnSpc>
                  <a:spcPts val="4199"/>
                </a:lnSpc>
              </a:pPr>
              <a:r>
                <a:rPr lang="en-US" sz="29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•Deployment: Docker &amp; Docker Compose</a:t>
              </a:r>
            </a:p>
            <a:p>
              <a:pPr algn="l" marL="0" indent="0" lvl="0">
                <a:lnSpc>
                  <a:spcPts val="4199"/>
                </a:lnSpc>
              </a:pPr>
            </a:p>
          </p:txBody>
        </p:sp>
      </p:grp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976951"/>
            <a:chOff x="0" y="0"/>
            <a:chExt cx="11099800" cy="5302602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2C3E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Struktur Frontend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38278"/>
              <a:ext cx="11099800" cy="326432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•src/api →</a:t>
              </a:r>
              <a:r>
                <a:rPr lang="en-US" sz="27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 api.js untuk request Axios</a:t>
              </a:r>
            </a:p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•src/components → Navbar.jsx, ProtectedRoute.jsx</a:t>
              </a:r>
            </a:p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•src/pages → Login, Register, Notes, Detail, CRUD</a:t>
              </a:r>
            </a:p>
            <a:p>
              <a:pPr algn="l" marL="0" indent="0" lvl="0">
                <a:lnSpc>
                  <a:spcPts val="3919"/>
                </a:lnSpc>
              </a:pPr>
              <a:r>
                <a:rPr lang="en-US" sz="27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•Konfigurasi: vite.config.js, tailwind.config.js</a:t>
              </a:r>
            </a:p>
            <a:p>
              <a:pPr algn="l" marL="0" indent="0" lvl="0">
                <a:lnSpc>
                  <a:spcPts val="3919"/>
                </a:lnSpc>
              </a:pPr>
            </a:p>
          </p:txBody>
        </p:sp>
      </p:grp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8935666"/>
            <a:chOff x="0" y="0"/>
            <a:chExt cx="11099800" cy="11914221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2C3E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Struktur Backend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98664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config → b</a:t>
              </a:r>
              <a:r>
                <a:rPr lang="en-US" sz="2200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erisi config.go untuk konfigurasi umum, database.go untuk koneksi PostgreSQL menggunakan pgxpool, dan jwt.go untuk fungsi pembuatan serta validasi JWT.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controllers → terdiri dari auth_controller.go yang menangani registrasi dan login, serta notes_controller.go yang menangani operasi CRUD notes.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middlewares → berisi auth_middleware.go yang memverifikasi JWT dan mengecek akses user sebelum mengakses endpoint tertentu.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models → berisi users.go yang mendefinisikan struktur model user dan notes.go untuk struktur data note serta fungsi-fungsi interaksi database.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routes → berisi routes.go untuk mendefinisikan semua endpoint API serta menghubungkan controller ke router Gin.</a:t>
              </a:r>
            </a:p>
            <a:p>
              <a:pPr algn="l" marL="474981" indent="-237491" lvl="1">
                <a:lnSpc>
                  <a:spcPts val="3080"/>
                </a:lnSpc>
                <a:buFont typeface="Arial"/>
                <a:buChar char="•"/>
              </a:pPr>
              <a:r>
                <a:rPr lang="en-US" sz="2200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File utama seperti main.go, go.mod, go.sum, serta konfigurasi lingkungan di .env berada di root folder backend dan mengatur entrypoint aplikasi serta dependensi.</a:t>
              </a:r>
            </a:p>
            <a:p>
              <a:pPr algn="l" marL="0" indent="0" lvl="0">
                <a:lnSpc>
                  <a:spcPts val="3080"/>
                </a:lnSpc>
              </a:pPr>
            </a:p>
          </p:txBody>
        </p:sp>
      </p:grp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3884241"/>
            <a:chOff x="0" y="0"/>
            <a:chExt cx="11099800" cy="5178988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66675"/>
              <a:ext cx="11099800" cy="15546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800"/>
                </a:lnSpc>
              </a:pPr>
              <a:r>
                <a:rPr lang="en-US" sz="8000">
                  <a:solidFill>
                    <a:srgbClr val="2C3E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Docker Setup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2047803"/>
              <a:ext cx="11099800" cy="3131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779"/>
                </a:lnSpc>
              </a:pPr>
              <a:r>
                <a:rPr lang="en-US" sz="26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•D</a:t>
              </a:r>
              <a:r>
                <a:rPr lang="en-US" sz="26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ockerfile Backend (Go)</a:t>
              </a:r>
            </a:p>
            <a:p>
              <a:pPr algn="l" marL="0" indent="0" lvl="0">
                <a:lnSpc>
                  <a:spcPts val="3779"/>
                </a:lnSpc>
              </a:pPr>
              <a:r>
                <a:rPr lang="en-US" sz="26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•Dockerfile Frontend (Node + Vite)</a:t>
              </a:r>
            </a:p>
            <a:p>
              <a:pPr algn="l" marL="0" indent="0" lvl="0">
                <a:lnSpc>
                  <a:spcPts val="3779"/>
                </a:lnSpc>
              </a:pPr>
              <a:r>
                <a:rPr lang="en-US" sz="26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•docker-compose.yml untuk orkestrasi</a:t>
              </a:r>
            </a:p>
            <a:p>
              <a:pPr algn="l" marL="0" indent="0" lvl="0">
                <a:lnSpc>
                  <a:spcPts val="3779"/>
                </a:lnSpc>
              </a:pPr>
              <a:r>
                <a:rPr lang="en-US" sz="26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•Services: backend, frontend, db</a:t>
              </a:r>
            </a:p>
            <a:p>
              <a:pPr algn="l" marL="0" indent="0" lvl="0">
                <a:lnSpc>
                  <a:spcPts val="3779"/>
                </a:lnSpc>
              </a:pPr>
            </a:p>
          </p:txBody>
        </p:sp>
      </p:grp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666750" y="666750"/>
            <a:ext cx="8324850" cy="5716218"/>
            <a:chOff x="0" y="0"/>
            <a:chExt cx="11099800" cy="7621624"/>
          </a:xfrm>
        </p:grpSpPr>
        <p:sp>
          <p:nvSpPr>
            <p:cNvPr name="TextBox 5" id="5"/>
            <p:cNvSpPr txBox="true"/>
            <p:nvPr/>
          </p:nvSpPr>
          <p:spPr>
            <a:xfrm rot="0">
              <a:off x="0" y="57150"/>
              <a:ext cx="11099800" cy="146685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8250"/>
                </a:lnSpc>
              </a:pPr>
              <a:r>
                <a:rPr lang="en-US" sz="7500">
                  <a:solidFill>
                    <a:srgbClr val="2C3E50"/>
                  </a:solidFill>
                  <a:latin typeface="Georgia Pro Light"/>
                  <a:ea typeface="Georgia Pro Light"/>
                  <a:cs typeface="Georgia Pro Light"/>
                  <a:sym typeface="Georgia Pro Light"/>
                </a:rPr>
                <a:t>Authentication Flow</a:t>
              </a:r>
            </a:p>
          </p:txBody>
        </p:sp>
        <p:sp>
          <p:nvSpPr>
            <p:cNvPr name="TextBox 6" id="6"/>
            <p:cNvSpPr txBox="true"/>
            <p:nvPr/>
          </p:nvSpPr>
          <p:spPr>
            <a:xfrm rot="0">
              <a:off x="0" y="1950438"/>
              <a:ext cx="11099800" cy="567118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U</a:t>
              </a:r>
              <a:r>
                <a:rPr lang="en-US" sz="26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ser login lewat React</a:t>
              </a:r>
            </a:p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React → POST ke /api/auth/login</a:t>
              </a:r>
            </a:p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Backend verifikasi email + password</a:t>
              </a:r>
            </a:p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Backend kirim JWT token</a:t>
              </a:r>
            </a:p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Frontend simpan token di localStorage</a:t>
              </a:r>
            </a:p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Setiap request gunakan Authorization: Bearer &lt;token&gt;</a:t>
              </a:r>
            </a:p>
            <a:p>
              <a:pPr algn="l" marL="582927" indent="-291463" lvl="1">
                <a:lnSpc>
                  <a:spcPts val="3779"/>
                </a:lnSpc>
                <a:buFont typeface="Arial"/>
                <a:buChar char="•"/>
              </a:pPr>
              <a:r>
                <a:rPr lang="en-US" sz="26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Middleware JWT di backend validasi token</a:t>
              </a:r>
            </a:p>
            <a:p>
              <a:pPr algn="l" marL="0" indent="0" lvl="0">
                <a:lnSpc>
                  <a:spcPts val="3779"/>
                </a:lnSpc>
              </a:pPr>
            </a:p>
          </p:txBody>
        </p:sp>
      </p:grp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734675" y="0"/>
            <a:ext cx="7553325" cy="10287000"/>
            <a:chOff x="0" y="0"/>
            <a:chExt cx="1170208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170208" cy="1593725"/>
            </a:xfrm>
            <a:custGeom>
              <a:avLst/>
              <a:gdLst/>
              <a:ahLst/>
              <a:cxnLst/>
              <a:rect r="r" b="b" t="t" l="l"/>
              <a:pathLst>
                <a:path h="1593725" w="1170208">
                  <a:moveTo>
                    <a:pt x="0" y="0"/>
                  </a:moveTo>
                  <a:lnTo>
                    <a:pt x="1170208" y="0"/>
                  </a:lnTo>
                  <a:lnTo>
                    <a:pt x="1170208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0" t="-205" r="0" b="-205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2105025" y="6038850"/>
            <a:ext cx="796706" cy="781952"/>
            <a:chOff x="0" y="0"/>
            <a:chExt cx="685800" cy="673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105025" y="7829550"/>
            <a:ext cx="796706" cy="781952"/>
            <a:chOff x="0" y="0"/>
            <a:chExt cx="685800" cy="6731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105025" y="4248150"/>
            <a:ext cx="796706" cy="781952"/>
            <a:chOff x="0" y="0"/>
            <a:chExt cx="685800" cy="67310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85800" cy="668020"/>
            </a:xfrm>
            <a:custGeom>
              <a:avLst/>
              <a:gdLst/>
              <a:ahLst/>
              <a:cxnLst/>
              <a:rect r="r" b="b" t="t" l="l"/>
              <a:pathLst>
                <a:path h="668020" w="685800">
                  <a:moveTo>
                    <a:pt x="342900" y="0"/>
                  </a:moveTo>
                  <a:lnTo>
                    <a:pt x="434340" y="162560"/>
                  </a:lnTo>
                  <a:lnTo>
                    <a:pt x="618490" y="132080"/>
                  </a:lnTo>
                  <a:lnTo>
                    <a:pt x="547370" y="304800"/>
                  </a:lnTo>
                  <a:lnTo>
                    <a:pt x="685800" y="430530"/>
                  </a:lnTo>
                  <a:lnTo>
                    <a:pt x="506730" y="482600"/>
                  </a:lnTo>
                  <a:lnTo>
                    <a:pt x="495300" y="668020"/>
                  </a:lnTo>
                  <a:lnTo>
                    <a:pt x="342900" y="561340"/>
                  </a:lnTo>
                  <a:lnTo>
                    <a:pt x="190500" y="668020"/>
                  </a:lnTo>
                  <a:lnTo>
                    <a:pt x="179070" y="482600"/>
                  </a:lnTo>
                  <a:lnTo>
                    <a:pt x="0" y="430530"/>
                  </a:lnTo>
                  <a:lnTo>
                    <a:pt x="138430" y="304800"/>
                  </a:lnTo>
                  <a:lnTo>
                    <a:pt x="67310" y="132080"/>
                  </a:lnTo>
                  <a:lnTo>
                    <a:pt x="251460" y="162560"/>
                  </a:lnTo>
                  <a:close/>
                </a:path>
              </a:pathLst>
            </a:custGeom>
            <a:solidFill>
              <a:srgbClr val="2C3E50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139700" y="117475"/>
              <a:ext cx="406400" cy="4413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40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3543300" y="7829550"/>
            <a:ext cx="5448300" cy="895350"/>
            <a:chOff x="0" y="0"/>
            <a:chExt cx="7264400" cy="1193800"/>
          </a:xfrm>
        </p:grpSpPr>
        <p:sp>
          <p:nvSpPr>
            <p:cNvPr name="TextBox 14" id="14"/>
            <p:cNvSpPr txBox="true"/>
            <p:nvPr/>
          </p:nvSpPr>
          <p:spPr>
            <a:xfrm rot="0">
              <a:off x="0" y="731584"/>
              <a:ext cx="7264400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ahmadhasan151202@gmail.com</a:t>
              </a:r>
            </a:p>
          </p:txBody>
        </p:sp>
        <p:sp>
          <p:nvSpPr>
            <p:cNvPr name="TextBox 15" id="15"/>
            <p:cNvSpPr txBox="true"/>
            <p:nvPr/>
          </p:nvSpPr>
          <p:spPr>
            <a:xfrm rot="0">
              <a:off x="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34495E"/>
                  </a:solidFill>
                  <a:latin typeface="DM Sans"/>
                  <a:ea typeface="DM Sans"/>
                  <a:cs typeface="DM Sans"/>
                  <a:sym typeface="DM Sans"/>
                </a:rPr>
                <a:t>EMAIL US</a:t>
              </a: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3543300" y="6038850"/>
            <a:ext cx="5448300" cy="895350"/>
            <a:chOff x="0" y="0"/>
            <a:chExt cx="7264400" cy="1193800"/>
          </a:xfrm>
        </p:grpSpPr>
        <p:sp>
          <p:nvSpPr>
            <p:cNvPr name="TextBox 17" id="17"/>
            <p:cNvSpPr txBox="true"/>
            <p:nvPr/>
          </p:nvSpPr>
          <p:spPr>
            <a:xfrm rot="0">
              <a:off x="0" y="731584"/>
              <a:ext cx="7264400" cy="4622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39"/>
                </a:lnSpc>
              </a:pPr>
              <a:r>
                <a:rPr lang="en-US" sz="2099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linkedin/sanmubarok</a:t>
              </a:r>
            </a:p>
          </p:txBody>
        </p:sp>
        <p:sp>
          <p:nvSpPr>
            <p:cNvPr name="TextBox 18" id="18"/>
            <p:cNvSpPr txBox="true"/>
            <p:nvPr/>
          </p:nvSpPr>
          <p:spPr>
            <a:xfrm rot="0">
              <a:off x="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34495E"/>
                  </a:solidFill>
                  <a:latin typeface="DM Sans"/>
                  <a:ea typeface="DM Sans"/>
                  <a:cs typeface="DM Sans"/>
                  <a:sym typeface="DM Sans"/>
                </a:rPr>
                <a:t>LINKEDIN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3543300" y="4248150"/>
            <a:ext cx="5448300" cy="902542"/>
            <a:chOff x="0" y="0"/>
            <a:chExt cx="7264400" cy="1203389"/>
          </a:xfrm>
        </p:grpSpPr>
        <p:sp>
          <p:nvSpPr>
            <p:cNvPr name="TextBox 20" id="20"/>
            <p:cNvSpPr txBox="true"/>
            <p:nvPr/>
          </p:nvSpPr>
          <p:spPr>
            <a:xfrm rot="0">
              <a:off x="0" y="731584"/>
              <a:ext cx="7264400" cy="4718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0"/>
                </a:lnSpc>
              </a:pPr>
              <a:r>
                <a:rPr lang="en-US" sz="2100">
                  <a:solidFill>
                    <a:srgbClr val="1D1C24"/>
                  </a:solidFill>
                  <a:latin typeface="DM Sans"/>
                  <a:ea typeface="DM Sans"/>
                  <a:cs typeface="DM Sans"/>
                  <a:sym typeface="DM Sans"/>
                </a:rPr>
                <a:t>@ahmadhasan15_</a:t>
              </a:r>
            </a:p>
          </p:txBody>
        </p:sp>
        <p:sp>
          <p:nvSpPr>
            <p:cNvPr name="TextBox 21" id="21"/>
            <p:cNvSpPr txBox="true"/>
            <p:nvPr/>
          </p:nvSpPr>
          <p:spPr>
            <a:xfrm rot="0">
              <a:off x="0" y="-47625"/>
              <a:ext cx="7264400" cy="5712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639"/>
                </a:lnSpc>
              </a:pPr>
              <a:r>
                <a:rPr lang="en-US" sz="2599">
                  <a:solidFill>
                    <a:srgbClr val="34495E"/>
                  </a:solidFill>
                  <a:latin typeface="DM Sans"/>
                  <a:ea typeface="DM Sans"/>
                  <a:cs typeface="DM Sans"/>
                  <a:sym typeface="DM Sans"/>
                </a:rPr>
                <a:t>GET IN TOUCH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66750" y="851535"/>
            <a:ext cx="9763125" cy="12820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600"/>
              </a:lnSpc>
              <a:spcBef>
                <a:spcPct val="0"/>
              </a:spcBef>
            </a:pPr>
            <a:r>
              <a:rPr lang="en-US" sz="9600" strike="noStrike" u="none">
                <a:solidFill>
                  <a:srgbClr val="2C3E50"/>
                </a:solidFill>
                <a:latin typeface="Georgia Pro Light"/>
                <a:ea typeface="Georgia Pro Light"/>
                <a:cs typeface="Georgia Pro Light"/>
                <a:sym typeface="Georgia Pro Light"/>
              </a:rPr>
              <a:t>Contact Us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description>Presentation - Project Overview</dc:description>
  <dc:identifier>DAG5L5C--Jw</dc:identifier>
  <dcterms:modified xsi:type="dcterms:W3CDTF">2011-08-01T06:04:30Z</dcterms:modified>
  <cp:revision>1</cp:revision>
  <dc:title>Presentation - Project Overview</dc:title>
</cp:coreProperties>
</file>